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9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62E81-C2C0-7374-9086-19C57F595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90345-A663-EFDE-4A77-F11B65863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F18C3-FC34-525A-C355-41BDBD22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7E1-6EED-4122-997B-503D608A3C6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D0320-ADAE-767D-5E52-651EC8AD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74B5E-624E-14F8-6395-E5D89B5B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0C4C-DE19-4337-A0B4-FDD1A1E43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24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0113-725A-0983-A703-134AADEF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01496-A5CA-DE5F-18A5-46BA976B7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55C98-1FF0-B012-CDBF-802340200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7E1-6EED-4122-997B-503D608A3C6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014B6-02B7-C746-807B-00E86A0EE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6B3A2-F6D6-B995-2E20-590F7D350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0C4C-DE19-4337-A0B4-FDD1A1E43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264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E233-842E-C1C7-33B5-2FCAD02B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B7B0B-E320-7A20-C0FB-9633C0EDC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C84B0-EE2B-D5AC-716D-4459E1C13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7E1-6EED-4122-997B-503D608A3C6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ED44E-AF56-AF0A-F490-71325B50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02DFC-E54C-A554-2396-D529F4F4F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0C4C-DE19-4337-A0B4-FDD1A1E43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73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3BA63-F4B6-EE83-0FEB-EBF66464A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4CEC-FFE7-9B16-2B43-03CC55AA7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4DC30-C28E-A413-E7A8-D87C23F50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EC0EF-FFA5-518C-37BC-A7E975CD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7E1-6EED-4122-997B-503D608A3C6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3457F-67B9-6738-A916-AA09C3B6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8E992-7CB8-ED1D-CDFD-601E013F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0C4C-DE19-4337-A0B4-FDD1A1E43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35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A9FA-E131-E920-23FE-BDB549A17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B7424-BC6A-8255-82B3-EFC776D2B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1BEEB-E06D-B211-8FFF-698254B09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DA6CC8-F0DD-FF36-1E3A-01AED74D4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458D4-13FB-19AD-7A49-8276C5E63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020EE-ADF3-96A2-7B4E-FBBD46834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7E1-6EED-4122-997B-503D608A3C6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B5BE45-0080-90A3-BA98-439292E78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0E980-CAD7-1620-DF7A-6F260C2B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0C4C-DE19-4337-A0B4-FDD1A1E43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466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EAE7A-2866-253C-12B5-F4BB872F1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BE7B64-9DED-81E8-F544-1CAD44712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7E1-6EED-4122-997B-503D608A3C6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82622-FCF4-860C-9FC0-A1FF90BD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1AEF2-043F-56D7-5A07-89456048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0C4C-DE19-4337-A0B4-FDD1A1E43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03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1FD220-E958-5C29-CB7D-A5A37600B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7E1-6EED-4122-997B-503D608A3C6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342E6-9EDE-8D61-00D5-BC3C52E4C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3D4F8-F533-9BB6-B38C-A340977C1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0C4C-DE19-4337-A0B4-FDD1A1E43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90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A424-2BB3-69B6-4B6D-B234B9146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5BEE3-008D-898A-9AD3-A997B7E68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8A3B5-BDE8-4480-4367-06FE5753D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372CD-FA9D-6E6B-5CC9-17554693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7E1-6EED-4122-997B-503D608A3C6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9792C-0586-24B7-D67B-D38878BA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F48D2-F006-945A-5282-6536CE5B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0C4C-DE19-4337-A0B4-FDD1A1E43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317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FB2F-7730-CE26-A9B6-FDCA79CC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48AE0E-02C6-363A-4879-9EFA7D4B4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4C4D6-57AE-B603-9A07-07192C878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1744C-898F-2E31-5AC8-6D9C32C02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7E1-6EED-4122-997B-503D608A3C6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0770E-62EB-D0A7-8774-C5581E71A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4DCFF-1EF0-219E-5C85-24C35514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0C4C-DE19-4337-A0B4-FDD1A1E43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9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2DD2-B761-7CF0-F73F-FB59B3EC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4A68B-179E-43F1-2FA1-42DB71CEC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6C113-109A-7946-7091-321C70105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7E1-6EED-4122-997B-503D608A3C6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F0F08-A40C-1CA8-7DAA-4B1F8522B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C186C-DE26-3A6E-8A83-65164EB0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0C4C-DE19-4337-A0B4-FDD1A1E43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21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D3F11-0EEB-3732-8D5D-1156977411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FBB2E-8F46-65C8-4B7C-1C8B3868D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4537C-5C34-6611-186F-80362296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7E1-6EED-4122-997B-503D608A3C6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52B38-0881-1298-DD9D-B0006D962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3AD37-ED64-D1B4-EEF3-13EFE365E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0C4C-DE19-4337-A0B4-FDD1A1E43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445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FCF1E2-56F7-6C0B-7E75-029F91F24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E340-924F-461F-264F-BD256B39A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8EB2D-BD5E-0CC5-4872-4F4101CF61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5D7E1-6EED-4122-997B-503D608A3C68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122E2-1492-3719-09CA-D7D3444F1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3EC53-47ED-20AC-0166-33740E8B8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70C4C-DE19-4337-A0B4-FDD1A1E43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49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F19E-0DDB-8390-543C-A7BA9EC5E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657" y="293915"/>
            <a:ext cx="9873343" cy="206828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703B7-2E7D-3AED-5D66-D75C9F9A6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4657" y="2617107"/>
            <a:ext cx="10232571" cy="394697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Server Hardening and Security Monitoring System 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2023 - 2027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Team Members   A. Chris Noble</a:t>
            </a:r>
            <a:br>
              <a:rPr lang="en-US" dirty="0"/>
            </a:br>
            <a:r>
              <a:rPr lang="en-US" dirty="0"/>
              <a:t>    S. </a:t>
            </a:r>
            <a:r>
              <a:rPr lang="en-US" dirty="0" err="1"/>
              <a:t>Fakrudeen</a:t>
            </a:r>
            <a:r>
              <a:rPr lang="en-US" dirty="0"/>
              <a:t>                                                                                                       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Supervisor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Dr.L</a:t>
            </a:r>
            <a:r>
              <a:rPr lang="en-US" dirty="0"/>
              <a:t>. Sai Ramesh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4DF3D-FE47-B283-2D9D-BA1D224C2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44" y="500177"/>
            <a:ext cx="10861112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715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A921-E3FD-460F-CE3C-4B4155B89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7B9DE-C0C3-CD45-6091-82C427DFE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Linux servers are widely used for hosting applications and services. Unsecured systems are vulnerable to brute‑force attacks, malware and unauthorized access. This project demonstrates how to secure and monitor a Linux server using multiple security tools.</a:t>
            </a:r>
          </a:p>
          <a:p>
            <a:r>
              <a:rPr lang="en-US" dirty="0"/>
              <a:t>This project will run a basic administrate system over a network of systems to help them manage tasks and provide a secure workflow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894C46D-1386-15C6-1008-E7BE0206B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54" y="297551"/>
            <a:ext cx="1908017" cy="1528074"/>
          </a:xfrm>
        </p:spPr>
      </p:pic>
    </p:spTree>
    <p:extLst>
      <p:ext uri="{BB962C8B-B14F-4D97-AF65-F5344CB8AC3E}">
        <p14:creationId xmlns:p14="http://schemas.microsoft.com/office/powerpoint/2010/main" val="576589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E2A6-C874-26F8-0E0A-FBB5DF95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4631-6AAD-2133-3149-1E40EDFFB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1295B-15EF-EB8E-67F3-8B25CE037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Linux servers are deployed without proper security configuration.</a:t>
            </a:r>
          </a:p>
          <a:p>
            <a:r>
              <a:rPr lang="en-US" dirty="0"/>
              <a:t>Common issues include:</a:t>
            </a:r>
          </a:p>
          <a:p>
            <a:r>
              <a:rPr lang="en-US" dirty="0"/>
              <a:t>- SSH brute force attacks</a:t>
            </a:r>
          </a:p>
          <a:p>
            <a:r>
              <a:rPr lang="en-US" dirty="0"/>
              <a:t>- Lack of monitoring</a:t>
            </a:r>
          </a:p>
          <a:p>
            <a:r>
              <a:rPr lang="en-US" dirty="0"/>
              <a:t>- No automated backups</a:t>
            </a:r>
          </a:p>
          <a:p>
            <a:r>
              <a:rPr lang="en-US" dirty="0"/>
              <a:t>- Undetected malware.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017EAAF-3EF2-9A90-844D-953BE5A3A1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54" y="297551"/>
            <a:ext cx="1908017" cy="1528074"/>
          </a:xfrm>
        </p:spPr>
      </p:pic>
    </p:spTree>
    <p:extLst>
      <p:ext uri="{BB962C8B-B14F-4D97-AF65-F5344CB8AC3E}">
        <p14:creationId xmlns:p14="http://schemas.microsoft.com/office/powerpoint/2010/main" val="351579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4DC36-418D-CA87-6897-080C870FF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21BCA-6119-9896-0A85-6549C88B7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4F1D5-770C-42F2-7B85-F4757D5DE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- Implement a secure Linux server environment</a:t>
            </a:r>
          </a:p>
          <a:p>
            <a:r>
              <a:rPr lang="en-US" dirty="0"/>
              <a:t>- Prevent brute‑force login attacks</a:t>
            </a:r>
          </a:p>
          <a:p>
            <a:r>
              <a:rPr lang="en-US" dirty="0"/>
              <a:t>- Monitor system performance</a:t>
            </a:r>
          </a:p>
          <a:p>
            <a:r>
              <a:rPr lang="en-US" dirty="0"/>
              <a:t>- Detect unauthorized file modifications</a:t>
            </a:r>
          </a:p>
          <a:p>
            <a:r>
              <a:rPr lang="en-US" dirty="0"/>
              <a:t>- Automate backups and malware scanning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8FE4D24-B198-4028-D3A4-0B3CC974F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54" y="297551"/>
            <a:ext cx="1908017" cy="1528074"/>
          </a:xfrm>
        </p:spPr>
      </p:pic>
    </p:spTree>
    <p:extLst>
      <p:ext uri="{BB962C8B-B14F-4D97-AF65-F5344CB8AC3E}">
        <p14:creationId xmlns:p14="http://schemas.microsoft.com/office/powerpoint/2010/main" val="3634036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BFD1B-BE97-3E08-9F26-D708BC950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49EB0-A854-62D8-0C93-A53538032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2" y="297551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C7C61C-A1EC-603A-A51B-62B03F871A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845467"/>
              </p:ext>
            </p:extLst>
          </p:nvPr>
        </p:nvGraphicFramePr>
        <p:xfrm>
          <a:off x="838199" y="1676400"/>
          <a:ext cx="10947400" cy="490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89480">
                  <a:extLst>
                    <a:ext uri="{9D8B030D-6E8A-4147-A177-3AD203B41FA5}">
                      <a16:colId xmlns:a16="http://schemas.microsoft.com/office/drawing/2014/main" val="2797253318"/>
                    </a:ext>
                  </a:extLst>
                </a:gridCol>
                <a:gridCol w="2189480">
                  <a:extLst>
                    <a:ext uri="{9D8B030D-6E8A-4147-A177-3AD203B41FA5}">
                      <a16:colId xmlns:a16="http://schemas.microsoft.com/office/drawing/2014/main" val="2522705158"/>
                    </a:ext>
                  </a:extLst>
                </a:gridCol>
                <a:gridCol w="2189480">
                  <a:extLst>
                    <a:ext uri="{9D8B030D-6E8A-4147-A177-3AD203B41FA5}">
                      <a16:colId xmlns:a16="http://schemas.microsoft.com/office/drawing/2014/main" val="3067196762"/>
                    </a:ext>
                  </a:extLst>
                </a:gridCol>
                <a:gridCol w="2189480">
                  <a:extLst>
                    <a:ext uri="{9D8B030D-6E8A-4147-A177-3AD203B41FA5}">
                      <a16:colId xmlns:a16="http://schemas.microsoft.com/office/drawing/2014/main" val="4287087901"/>
                    </a:ext>
                  </a:extLst>
                </a:gridCol>
                <a:gridCol w="2189480">
                  <a:extLst>
                    <a:ext uri="{9D8B030D-6E8A-4147-A177-3AD203B41FA5}">
                      <a16:colId xmlns:a16="http://schemas.microsoft.com/office/drawing/2014/main" val="119292856"/>
                    </a:ext>
                  </a:extLst>
                </a:gridCol>
              </a:tblGrid>
              <a:tr h="67802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068530"/>
                  </a:ext>
                </a:extLst>
              </a:tr>
              <a:tr h="3533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562814"/>
                  </a:ext>
                </a:extLst>
              </a:tr>
              <a:tr h="1102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Debar H., Dacier M., Wespi 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Towards a Taxonomy of Intrusion Detection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Host-based and network-based intrusion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IDS systems help detect suspicious activities and improve system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false positive rates in some environments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81896"/>
                  </a:ext>
                </a:extLst>
              </a:tr>
              <a:tr h="89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Axelsson 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Intrusion Detection Systems: A Survey and Taxonomy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Signature-based and anomaly-based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IDS can effectively identify attacks such as brute-force and unauthorized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Requires constant updates and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928261"/>
                  </a:ext>
                </a:extLst>
              </a:tr>
              <a:tr h="89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Garfinkel S., Spafford 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Practical UNIX and Internet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 hardening and access control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Server hardening improves protection against unauthorized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Requires continuous configuration and maintenance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022370"/>
                  </a:ext>
                </a:extLst>
              </a:tr>
            </a:tbl>
          </a:graphicData>
        </a:graphic>
      </p:graphicFrame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46D270A-581C-2413-71A9-D8F3D731E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54" y="297551"/>
            <a:ext cx="1908017" cy="1528074"/>
          </a:xfrm>
        </p:spPr>
      </p:pic>
    </p:spTree>
    <p:extLst>
      <p:ext uri="{BB962C8B-B14F-4D97-AF65-F5344CB8AC3E}">
        <p14:creationId xmlns:p14="http://schemas.microsoft.com/office/powerpoint/2010/main" val="268413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5C76D-27D8-A7CB-B65A-174D5CD6A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888CA-8655-9AAE-670B-6A3AA7CE8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970B128-824B-17CC-A3DB-6D4DA5F027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54" y="297551"/>
            <a:ext cx="1908017" cy="1528074"/>
          </a:xfr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15E2BA5D-1131-0140-B31C-22E19BAC7E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678128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AA3310E-5A5B-0279-F9CA-081A4FC4A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31" y="1231304"/>
            <a:ext cx="11675963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system implements a secure Linux server environment by integrating multiple security and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includes firewall protection, intrusion prevention, file integrity monitoring, malware detection, and automated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 mechanisms.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layered security approach improves system reliability, protects against attacks, and helps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administrators monitor and manage the server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525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E8FB1-0BC5-CE52-DB9E-C6A4CAAC2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17F7B-D9D0-058D-649C-0F524BCDB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BF49B-28FC-8433-448E-F8FEB6434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Ubuntu Server</a:t>
            </a:r>
          </a:p>
          <a:p>
            <a:r>
              <a:rPr lang="en-US" dirty="0"/>
              <a:t>UFW Firewall</a:t>
            </a:r>
          </a:p>
          <a:p>
            <a:r>
              <a:rPr lang="en-US" dirty="0"/>
              <a:t>Fail2Ban Protection</a:t>
            </a:r>
          </a:p>
          <a:p>
            <a:r>
              <a:rPr lang="en-US" dirty="0"/>
              <a:t>SSH Hardening</a:t>
            </a:r>
          </a:p>
          <a:p>
            <a:r>
              <a:rPr lang="en-US" dirty="0" err="1"/>
              <a:t>Netdata</a:t>
            </a:r>
            <a:r>
              <a:rPr lang="en-US" dirty="0"/>
              <a:t> Monitoring</a:t>
            </a:r>
          </a:p>
          <a:p>
            <a:r>
              <a:rPr lang="en-US" dirty="0" err="1"/>
              <a:t>Logwatch</a:t>
            </a:r>
            <a:r>
              <a:rPr lang="en-US" dirty="0"/>
              <a:t> Log Analysis</a:t>
            </a:r>
          </a:p>
          <a:p>
            <a:r>
              <a:rPr lang="en-US" dirty="0"/>
              <a:t>AIDE File Integrity Monitoring</a:t>
            </a:r>
          </a:p>
          <a:p>
            <a:r>
              <a:rPr lang="en-US" dirty="0" err="1"/>
              <a:t>rsync</a:t>
            </a:r>
            <a:r>
              <a:rPr lang="en-US" dirty="0"/>
              <a:t> Backup System</a:t>
            </a:r>
          </a:p>
          <a:p>
            <a:r>
              <a:rPr lang="en-US" dirty="0" err="1"/>
              <a:t>ClamAV</a:t>
            </a:r>
            <a:r>
              <a:rPr lang="en-US" dirty="0"/>
              <a:t> Malware Scanner</a:t>
            </a:r>
          </a:p>
          <a:p>
            <a:r>
              <a:rPr lang="en-US" dirty="0"/>
              <a:t>PSAD Port Scan Detection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0B8AA81-2300-2C7F-DDEB-AD8648ADF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54" y="297551"/>
            <a:ext cx="1908017" cy="1528074"/>
          </a:xfrm>
        </p:spPr>
      </p:pic>
    </p:spTree>
    <p:extLst>
      <p:ext uri="{BB962C8B-B14F-4D97-AF65-F5344CB8AC3E}">
        <p14:creationId xmlns:p14="http://schemas.microsoft.com/office/powerpoint/2010/main" val="1873217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13FE1-84DD-A181-33BC-DC5AC84F1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C2D2-23A1-44F8-2C40-6FC944E4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702E1-540A-FFF7-FA5B-518F9F078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Install Ubuntu Server</a:t>
            </a:r>
          </a:p>
          <a:p>
            <a:r>
              <a:rPr lang="en-US" dirty="0"/>
              <a:t> Configure firewall using UFW</a:t>
            </a:r>
          </a:p>
          <a:p>
            <a:r>
              <a:rPr lang="en-US" dirty="0"/>
              <a:t> Secure SSH configuration</a:t>
            </a:r>
          </a:p>
          <a:p>
            <a:r>
              <a:rPr lang="en-US" dirty="0"/>
              <a:t> Install Fail2Ban for intrusion prevention</a:t>
            </a:r>
          </a:p>
          <a:p>
            <a:r>
              <a:rPr lang="en-US" dirty="0"/>
              <a:t> Setup monitoring tools</a:t>
            </a:r>
          </a:p>
          <a:p>
            <a:r>
              <a:rPr lang="en-US" dirty="0"/>
              <a:t> Configure backup and malware scanning</a:t>
            </a:r>
          </a:p>
          <a:p>
            <a:r>
              <a:rPr lang="en-US" dirty="0"/>
              <a:t> Automate tasks using Cron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F0BB1A7-E862-EA20-968D-FF8F6958A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54" y="297551"/>
            <a:ext cx="1908017" cy="1528074"/>
          </a:xfrm>
        </p:spPr>
      </p:pic>
    </p:spTree>
    <p:extLst>
      <p:ext uri="{BB962C8B-B14F-4D97-AF65-F5344CB8AC3E}">
        <p14:creationId xmlns:p14="http://schemas.microsoft.com/office/powerpoint/2010/main" val="3880187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01F42-EB36-D223-3D4D-6DEA9F9B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0566-BA45-0AC1-981A-E0BC85942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86F70-465F-666B-316D-4FEF7BBB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Ubuntu Server</a:t>
            </a:r>
          </a:p>
          <a:p>
            <a:r>
              <a:rPr lang="en-US" dirty="0"/>
              <a:t>UFW</a:t>
            </a:r>
          </a:p>
          <a:p>
            <a:r>
              <a:rPr lang="en-US" dirty="0"/>
              <a:t>Fail2Ban</a:t>
            </a:r>
          </a:p>
          <a:p>
            <a:r>
              <a:rPr lang="en-US" dirty="0"/>
              <a:t>OpenSSH</a:t>
            </a:r>
          </a:p>
          <a:p>
            <a:r>
              <a:rPr lang="en-US" dirty="0" err="1"/>
              <a:t>Netdata</a:t>
            </a:r>
            <a:endParaRPr lang="en-US" dirty="0"/>
          </a:p>
          <a:p>
            <a:r>
              <a:rPr lang="en-US" dirty="0" err="1"/>
              <a:t>Logwatch</a:t>
            </a:r>
            <a:endParaRPr lang="en-US" dirty="0"/>
          </a:p>
          <a:p>
            <a:r>
              <a:rPr lang="en-US" dirty="0"/>
              <a:t>AIDE</a:t>
            </a:r>
          </a:p>
          <a:p>
            <a:r>
              <a:rPr lang="en-US" dirty="0" err="1"/>
              <a:t>rsync</a:t>
            </a:r>
            <a:endParaRPr lang="en-US" dirty="0"/>
          </a:p>
          <a:p>
            <a:r>
              <a:rPr lang="en-US" dirty="0" err="1"/>
              <a:t>ClamAV</a:t>
            </a:r>
            <a:endParaRPr lang="en-US" dirty="0"/>
          </a:p>
          <a:p>
            <a:r>
              <a:rPr lang="en-US" dirty="0"/>
              <a:t>PSAD</a:t>
            </a:r>
          </a:p>
          <a:p>
            <a:r>
              <a:rPr lang="en-US" dirty="0"/>
              <a:t>Cron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E18CFD7-6AA1-42EF-FAE5-4D78F71AB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297551"/>
            <a:ext cx="1875971" cy="1528074"/>
          </a:xfrm>
        </p:spPr>
      </p:pic>
    </p:spTree>
    <p:extLst>
      <p:ext uri="{BB962C8B-B14F-4D97-AF65-F5344CB8AC3E}">
        <p14:creationId xmlns:p14="http://schemas.microsoft.com/office/powerpoint/2010/main" val="1867498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A9AF1-417E-EE17-C0C6-42193E111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97B1E-5F75-4B0A-D700-B3AE8C8DC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8DB80-73A1-66C2-4E8E-2D3D257D1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Firewall Module – Controls network traffic</a:t>
            </a:r>
          </a:p>
          <a:p>
            <a:r>
              <a:rPr lang="en-US" dirty="0"/>
              <a:t>Intrusion Prevention Module – Blocks brute‑force attacks</a:t>
            </a:r>
          </a:p>
          <a:p>
            <a:r>
              <a:rPr lang="en-US" dirty="0"/>
              <a:t>Monitoring Module – Tracks system performance</a:t>
            </a:r>
          </a:p>
          <a:p>
            <a:r>
              <a:rPr lang="en-US" dirty="0"/>
              <a:t>Integrity Module – Detects file changes</a:t>
            </a:r>
          </a:p>
          <a:p>
            <a:r>
              <a:rPr lang="en-US" dirty="0"/>
              <a:t>Backup Module – Automates backups</a:t>
            </a:r>
          </a:p>
          <a:p>
            <a:r>
              <a:rPr lang="en-US" dirty="0"/>
              <a:t>Malware Detection Module – Scans for malicious files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02E674E-AEA1-61FC-0DA2-1C6CA1D8D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54" y="297551"/>
            <a:ext cx="1908017" cy="1528074"/>
          </a:xfrm>
        </p:spPr>
      </p:pic>
    </p:spTree>
    <p:extLst>
      <p:ext uri="{BB962C8B-B14F-4D97-AF65-F5344CB8AC3E}">
        <p14:creationId xmlns:p14="http://schemas.microsoft.com/office/powerpoint/2010/main" val="391962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10156-8766-FF8A-150C-5D39331D2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486A-498E-5893-A223-25B28D96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E2916-48E4-C237-7CEE-5D7E757FF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system successfully:</a:t>
            </a:r>
          </a:p>
          <a:p>
            <a:r>
              <a:rPr lang="en-US" dirty="0"/>
              <a:t>Prevents SSH brute force attacks</a:t>
            </a:r>
          </a:p>
          <a:p>
            <a:r>
              <a:rPr lang="en-US" dirty="0"/>
              <a:t>Monitors system performance</a:t>
            </a:r>
          </a:p>
          <a:p>
            <a:r>
              <a:rPr lang="en-US" dirty="0"/>
              <a:t>Detects file integrity violations</a:t>
            </a:r>
          </a:p>
          <a:p>
            <a:r>
              <a:rPr lang="en-US" dirty="0"/>
              <a:t>Automates backups</a:t>
            </a:r>
          </a:p>
          <a:p>
            <a:r>
              <a:rPr lang="en-US" dirty="0"/>
              <a:t>Scans for malware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ACA6ABF-6390-E24D-E1A1-31143C177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54" y="297551"/>
            <a:ext cx="1908017" cy="1528074"/>
          </a:xfrm>
        </p:spPr>
      </p:pic>
    </p:spTree>
    <p:extLst>
      <p:ext uri="{BB962C8B-B14F-4D97-AF65-F5344CB8AC3E}">
        <p14:creationId xmlns:p14="http://schemas.microsoft.com/office/powerpoint/2010/main" val="4138415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88D1F-FA10-E1BD-FDFD-DBA2D5041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188F-7592-9EFE-4C97-9ECB3A36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8CA94-D0DF-B1EC-FA37-13EFD4AF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Enterprise Linux servers</a:t>
            </a:r>
          </a:p>
          <a:p>
            <a:r>
              <a:rPr lang="en-US" dirty="0"/>
              <a:t>Web hosting environments</a:t>
            </a:r>
          </a:p>
          <a:p>
            <a:r>
              <a:rPr lang="en-US" dirty="0"/>
              <a:t>System administration labs</a:t>
            </a:r>
          </a:p>
          <a:p>
            <a:r>
              <a:rPr lang="en-US" dirty="0"/>
              <a:t>Security monitoring environments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889A9FF-BDAD-A3F8-7CB8-C76B5B850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54" y="297551"/>
            <a:ext cx="1908017" cy="1528074"/>
          </a:xfrm>
        </p:spPr>
      </p:pic>
    </p:spTree>
    <p:extLst>
      <p:ext uri="{BB962C8B-B14F-4D97-AF65-F5344CB8AC3E}">
        <p14:creationId xmlns:p14="http://schemas.microsoft.com/office/powerpoint/2010/main" val="2555782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66D34-A02B-88B7-3135-58F7C7FD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B5A0-94E3-6FD9-E755-347A874C1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CONCULSION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FD643-4F9C-F4FC-335C-AB43F9E9B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project demonstrates a secure Linux server administration framework using multiple monitoring and protection tools to improve system security and reliability.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86957BF-EC61-730B-D282-18D048E6F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54" y="297551"/>
            <a:ext cx="1908017" cy="1528074"/>
          </a:xfrm>
        </p:spPr>
      </p:pic>
    </p:spTree>
    <p:extLst>
      <p:ext uri="{BB962C8B-B14F-4D97-AF65-F5344CB8AC3E}">
        <p14:creationId xmlns:p14="http://schemas.microsoft.com/office/powerpoint/2010/main" val="1093531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4958F-ABFB-7B5D-1A4D-E30DC1576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EBFEB-F63D-1631-BB58-C6F4ACB2D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8629" cy="13112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DB0CD-0734-19B2-8E6E-665315082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Ubuntu Documentation – Fail2Ban Guide.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Ubuntu Server Security Documentation.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DigitalOcean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 SSH with Fail2Ban on Ubuntu.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 Comprehensive Systematic Literature Review on Intrusion Detection Systems.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Improved Log Monitoring using Host-Based Intrusion Detection System.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Security Recommendation for Ubuntu Server-Based Systems.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27C6BFE-C40E-88C0-2445-EA186FF2C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54" y="297551"/>
            <a:ext cx="1908017" cy="1528074"/>
          </a:xfrm>
        </p:spPr>
      </p:pic>
    </p:spTree>
    <p:extLst>
      <p:ext uri="{BB962C8B-B14F-4D97-AF65-F5344CB8AC3E}">
        <p14:creationId xmlns:p14="http://schemas.microsoft.com/office/powerpoint/2010/main" val="93482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44C3B-033C-A458-3B06-15C5E63DF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83513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569</Words>
  <Application>Microsoft Office PowerPoint</Application>
  <PresentationFormat>Widescreen</PresentationFormat>
  <Paragraphs>115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</vt:lpstr>
      <vt:lpstr>PROBLEM STATEMENT</vt:lpstr>
      <vt:lpstr>OBJECTIVES</vt:lpstr>
      <vt:lpstr>LITERATURE SURVEY</vt:lpstr>
      <vt:lpstr>PROPOSED SYSTEM</vt:lpstr>
      <vt:lpstr>SYSTEM ARCHITECTURE </vt:lpstr>
      <vt:lpstr>METHODOLOGY </vt:lpstr>
      <vt:lpstr>TECHNOLOGIES USED </vt:lpstr>
      <vt:lpstr>MODULE DESCRIPTION</vt:lpstr>
      <vt:lpstr>RESULTS </vt:lpstr>
      <vt:lpstr>APPLICATION</vt:lpstr>
      <vt:lpstr>CONCULSION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Ajitha Eliza</dc:creator>
  <cp:lastModifiedBy>DELL</cp:lastModifiedBy>
  <cp:revision>4</cp:revision>
  <dcterms:created xsi:type="dcterms:W3CDTF">2026-01-08T08:09:43Z</dcterms:created>
  <dcterms:modified xsi:type="dcterms:W3CDTF">2026-03-08T11:53:16Z</dcterms:modified>
</cp:coreProperties>
</file>